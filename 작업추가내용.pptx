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8EB00-E20C-966A-97FF-EE7A82974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E59D99-D8D4-9A73-E67C-E9111C7053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409CF3-1901-99A4-2401-5D6E17F87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4E0CEC-51C9-97D4-77C5-BC373F7E9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5DEC63-ED43-8715-F5AC-DA7B3C44B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011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5F0A2B-9A20-42BC-57A6-76B22B67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64BA7F-91E5-3620-6FC7-617C2E713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F3C078-C83C-FE74-9138-6C402228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A4319E-586D-9A54-BEC2-C5F17196F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057170-E04A-3BFB-B904-57405DF5B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903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4D1CDA-972C-F6F1-A08A-78B1272E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DC66D6-840A-EF9B-AEDD-591FB1850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D0DC22-CE90-A533-9859-2DBE2CCB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95DFD6-4947-4E3C-8616-EBF397D0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285C2-3D9A-9954-9285-DF0CA121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826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A73800-D55F-FFAA-9218-8DEE6D64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5C6304-C4D9-6A16-DA73-AE929F196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48C39-62DB-8F8B-7E90-DDCF7E5BA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728151-FF39-5BE2-150A-20F7EF505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A0B8E8-7525-2DD1-2378-F06E2F822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667FA7-B90D-0B88-95DF-80860BF1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514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3BA83-D922-33EB-67AA-AF74C433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F10BD3-44DE-56AC-94C1-172AF851E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B9FF99-FD97-7931-7B65-25878CAEE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D9E3FC-E683-C245-9B00-1F30409ED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97DAEC-1234-EFE2-625E-C9E433436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ED49C4E-D6D1-72D9-9128-CB0C73063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FDCB2F-CA99-5BAF-4790-F24301B40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E2131A-720A-EB1F-9B6A-CEF4BB6E5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210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A4DA59-FEA2-CF77-AE36-199ABCAEA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FD7712B-425E-8B86-59BF-6776EDB12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5A8F21-89DE-E0F7-C52F-1D74CBBC4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CC6EF-D694-F00C-C2DD-BBE4C3EA6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516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9FF7A3-F460-F5B4-55C2-C6A153C86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ADEE046-54CA-125C-E824-E659CDC8C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AA40E7-7902-0F7F-2C49-50995074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624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E6534-99BF-2B65-3D2E-BE4A248A0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ED21D2-996B-DA1F-A664-284B568C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E01B33-9565-99A0-6B2F-B2F1AFAC61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623946-D14A-AC44-2DE1-7CD55C566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81A2A8-22BD-435C-1434-D262970EA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38C738-4FE9-6F0C-9CE6-52E0EADB1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754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4D65A-F756-3808-6CF0-817B7812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7A659C-577D-6CA6-DC28-4EC628F43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2B056A-1934-33F7-233E-8515C2C85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20AB6F-208B-FAF0-AE12-CFD48B0EA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AA05FE-7747-4B62-678C-1163EE2E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2CE329-B124-1209-C88C-00E456A31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23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25040-0221-E2AD-E2AF-C83A294A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1EB44C-418D-B347-BB81-1C2BA1DC6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4332FB-AD75-1444-4DD5-BC92DF9E8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3F2CA-326C-B652-315B-41367D0F4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467EA7-B7C3-D25A-4C6D-68401A3D5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DC6586-63B4-D933-24B0-607D2863F6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DDA44-A96B-2EB7-BE6A-6EF036A98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F08F15-EFEB-2D31-0293-FB7504007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DE2FD-2FB2-9367-EC38-D5969496D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8E995-08F5-8C34-0DD5-0719006F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15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E34DDF-1172-6DF2-9E51-A3358B67E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90CCC-A840-E6DD-5C31-B418AE758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CCBD37-4E16-1267-7D5C-7AA64C9F98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1C720-ACC4-4A8E-B33A-18A3D3E259C1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891504-3D2D-0431-5249-8F2F6C3EA6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C0621-1F0B-2DAB-ECA4-4290D0A98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AA3BE0-9907-4762-9376-30BF313279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892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859F36D-D7CD-4B69-7E35-54F6886A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928"/>
            <a:ext cx="12192000" cy="6378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B29C42-0848-14B0-BE84-52646AE211F8}"/>
              </a:ext>
            </a:extLst>
          </p:cNvPr>
          <p:cNvSpPr txBox="1"/>
          <p:nvPr/>
        </p:nvSpPr>
        <p:spPr>
          <a:xfrm>
            <a:off x="3155576" y="977153"/>
            <a:ext cx="907011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추가내용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1. SDO </a:t>
            </a:r>
            <a:r>
              <a:rPr lang="ko-KR" altLang="en-US" dirty="0">
                <a:solidFill>
                  <a:schemeClr val="bg1"/>
                </a:solidFill>
              </a:rPr>
              <a:t>리스트 뿌리기</a:t>
            </a:r>
            <a:r>
              <a:rPr lang="en-US" altLang="ko-KR" dirty="0">
                <a:solidFill>
                  <a:schemeClr val="bg1"/>
                </a:solidFill>
              </a:rPr>
              <a:t>(DataGrid?)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2. Remap </a:t>
            </a:r>
            <a:r>
              <a:rPr lang="ko-KR" altLang="en-US" dirty="0">
                <a:solidFill>
                  <a:schemeClr val="bg1"/>
                </a:solidFill>
              </a:rPr>
              <a:t>기능 추가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3. </a:t>
            </a:r>
            <a:r>
              <a:rPr lang="ko-KR" altLang="en-US" dirty="0">
                <a:solidFill>
                  <a:schemeClr val="bg1"/>
                </a:solidFill>
              </a:rPr>
              <a:t>기타 </a:t>
            </a:r>
            <a:r>
              <a:rPr lang="en-US" altLang="ko-KR" dirty="0">
                <a:solidFill>
                  <a:schemeClr val="bg1"/>
                </a:solidFill>
              </a:rPr>
              <a:t>PDO</a:t>
            </a:r>
            <a:r>
              <a:rPr lang="ko-KR" altLang="en-US" dirty="0">
                <a:solidFill>
                  <a:schemeClr val="bg1"/>
                </a:solidFill>
              </a:rPr>
              <a:t>작업 전 </a:t>
            </a:r>
            <a:r>
              <a:rPr lang="en-US" altLang="ko-KR" dirty="0">
                <a:solidFill>
                  <a:schemeClr val="bg1"/>
                </a:solidFill>
              </a:rPr>
              <a:t>SDO Sequencing </a:t>
            </a:r>
            <a:r>
              <a:rPr lang="ko-KR" altLang="en-US" dirty="0">
                <a:solidFill>
                  <a:schemeClr val="bg1"/>
                </a:solidFill>
              </a:rPr>
              <a:t>작업할 시퀀스 생성작업 필요</a:t>
            </a:r>
            <a:r>
              <a:rPr lang="en-US" altLang="ko-KR" dirty="0">
                <a:solidFill>
                  <a:schemeClr val="bg1"/>
                </a:solidFill>
              </a:rPr>
              <a:t>.(</a:t>
            </a:r>
            <a:r>
              <a:rPr lang="ko-KR" altLang="en-US" dirty="0">
                <a:solidFill>
                  <a:schemeClr val="bg1"/>
                </a:solidFill>
              </a:rPr>
              <a:t>시퀀스 모니터링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endParaRPr lang="en-US" altLang="ko-K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1676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와이드스크린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⁬ ursamizar</dc:creator>
  <cp:lastModifiedBy>⁬ ursamizar</cp:lastModifiedBy>
  <cp:revision>1</cp:revision>
  <dcterms:created xsi:type="dcterms:W3CDTF">2025-12-14T12:12:39Z</dcterms:created>
  <dcterms:modified xsi:type="dcterms:W3CDTF">2025-12-14T12:12:39Z</dcterms:modified>
</cp:coreProperties>
</file>