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8EB00-E20C-966A-97FF-EE7A82974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E59D99-D8D4-9A73-E67C-E9111C705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09CF3-1901-99A4-2401-5D6E17F8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4E0CEC-51C9-97D4-77C5-BC373F7E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5DEC63-ED43-8715-F5AC-DA7B3C44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01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F0A2B-9A20-42BC-57A6-76B22B67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4BA7F-91E5-3620-6FC7-617C2E713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3C078-C83C-FE74-9138-6C402228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4319E-586D-9A54-BEC2-C5F17196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57170-E04A-3BFB-B904-57405DF5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0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D1CDA-972C-F6F1-A08A-78B1272E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DC66D6-840A-EF9B-AEDD-591FB1850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D0DC22-CE90-A533-9859-2DBE2CCB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95DFD6-4947-4E3C-8616-EBF397D0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285C2-3D9A-9954-9285-DF0CA121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82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73800-D55F-FFAA-9218-8DEE6D64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C6304-C4D9-6A16-DA73-AE929F196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48C39-62DB-8F8B-7E90-DDCF7E5BA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728151-FF39-5BE2-150A-20F7EF50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A0B8E8-7525-2DD1-2378-F06E2F82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667FA7-B90D-0B88-95DF-80860BF1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1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A83-D922-33EB-67AA-AF74C433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10BD3-44DE-56AC-94C1-172AF851E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B9FF99-FD97-7931-7B65-25878CAEE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D9E3FC-E683-C245-9B00-1F30409ED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97DAEC-1234-EFE2-625E-C9E433436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D49C4E-D6D1-72D9-9128-CB0C7306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FDCB2F-CA99-5BAF-4790-F24301B4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E2131A-720A-EB1F-9B6A-CEF4BB6E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21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4DA59-FEA2-CF77-AE36-199ABCAE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D7712B-425E-8B86-59BF-6776EDB1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5A8F21-89DE-E0F7-C52F-1D74CBBC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CC6EF-D694-F00C-C2DD-BBE4C3EA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51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9FF7A3-F460-F5B4-55C2-C6A153C8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DEE046-54CA-125C-E824-E659CDC8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AA40E7-7902-0F7F-2C49-50995074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62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E6534-99BF-2B65-3D2E-BE4A248A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D21D2-996B-DA1F-A664-284B568C5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01B33-9565-99A0-6B2F-B2F1AFAC6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623946-D14A-AC44-2DE1-7CD55C56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81A2A8-22BD-435C-1434-D262970EA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38C738-4FE9-6F0C-9CE6-52E0EADB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75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4D65A-F756-3808-6CF0-817B7812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7A659C-577D-6CA6-DC28-4EC628F43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2B056A-1934-33F7-233E-8515C2C85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0AB6F-208B-FAF0-AE12-CFD48B0E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A05FE-7747-4B62-678C-1163EE2E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2CE329-B124-1209-C88C-00E456A3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23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25040-0221-E2AD-E2AF-C83A294A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1EB44C-418D-B347-BB81-1C2BA1DC6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4332FB-AD75-1444-4DD5-BC92DF9E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3F2CA-326C-B652-315B-41367D0F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467EA7-B7C3-D25A-4C6D-68401A3D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DC6586-63B4-D933-24B0-607D2863F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FDDA44-A96B-2EB7-BE6A-6EF036A98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08F15-EFEB-2D31-0293-FB750400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DE2FD-2FB2-9367-EC38-D5969496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8E995-08F5-8C34-0DD5-0719006F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15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E34DDF-1172-6DF2-9E51-A3358B67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90CCC-A840-E6DD-5C31-B418AE758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CBD37-4E16-1267-7D5C-7AA64C9F9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1C720-ACC4-4A8E-B33A-18A3D3E259C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891504-3D2D-0431-5249-8F2F6C3EA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6C0621-1F0B-2DAB-ECA4-4290D0A98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A3BE0-9907-4762-9376-30BF3132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89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a.ursamizar.com/translim/SOEM_FrontEnd/commit/e28462b08f7ff97aaae56f83076a5979e99e981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59F36D-D7CD-4B69-7E35-54F6886A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28"/>
            <a:ext cx="12192000" cy="6378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B29C42-0848-14B0-BE84-52646AE211F8}"/>
              </a:ext>
            </a:extLst>
          </p:cNvPr>
          <p:cNvSpPr txBox="1"/>
          <p:nvPr/>
        </p:nvSpPr>
        <p:spPr>
          <a:xfrm>
            <a:off x="3155576" y="977153"/>
            <a:ext cx="907011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추가내용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1. SDO </a:t>
            </a:r>
            <a:r>
              <a:rPr lang="ko-KR" altLang="en-US" dirty="0">
                <a:solidFill>
                  <a:schemeClr val="bg1"/>
                </a:solidFill>
              </a:rPr>
              <a:t>리스트 뿌리기</a:t>
            </a:r>
            <a:r>
              <a:rPr lang="en-US" altLang="ko-KR" dirty="0">
                <a:solidFill>
                  <a:schemeClr val="bg1"/>
                </a:solidFill>
              </a:rPr>
              <a:t>(DataGrid?)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2. Remap </a:t>
            </a:r>
            <a:r>
              <a:rPr lang="ko-KR" altLang="en-US" dirty="0">
                <a:solidFill>
                  <a:schemeClr val="bg1"/>
                </a:solidFill>
              </a:rPr>
              <a:t>기능 추가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3. </a:t>
            </a:r>
            <a:r>
              <a:rPr lang="ko-KR" altLang="en-US" dirty="0">
                <a:solidFill>
                  <a:schemeClr val="bg1"/>
                </a:solidFill>
              </a:rPr>
              <a:t>기타 </a:t>
            </a:r>
            <a:r>
              <a:rPr lang="en-US" altLang="ko-KR" dirty="0">
                <a:solidFill>
                  <a:schemeClr val="bg1"/>
                </a:solidFill>
              </a:rPr>
              <a:t>PDO</a:t>
            </a:r>
            <a:r>
              <a:rPr lang="ko-KR" altLang="en-US" dirty="0">
                <a:solidFill>
                  <a:schemeClr val="bg1"/>
                </a:solidFill>
              </a:rPr>
              <a:t>작업 전 </a:t>
            </a:r>
            <a:r>
              <a:rPr lang="en-US" altLang="ko-KR" dirty="0">
                <a:solidFill>
                  <a:schemeClr val="bg1"/>
                </a:solidFill>
              </a:rPr>
              <a:t>SDO Sequencing </a:t>
            </a:r>
            <a:r>
              <a:rPr lang="ko-KR" altLang="en-US" dirty="0">
                <a:solidFill>
                  <a:schemeClr val="bg1"/>
                </a:solidFill>
              </a:rPr>
              <a:t>작업할 시퀀스 생성작업 필요</a:t>
            </a:r>
            <a:r>
              <a:rPr lang="en-US" altLang="ko-KR" dirty="0">
                <a:solidFill>
                  <a:schemeClr val="bg1"/>
                </a:solidFill>
              </a:rPr>
              <a:t>.(</a:t>
            </a:r>
            <a:r>
              <a:rPr lang="ko-KR" altLang="en-US" dirty="0">
                <a:solidFill>
                  <a:schemeClr val="bg1"/>
                </a:solidFill>
              </a:rPr>
              <a:t>시퀀스 모니터링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4. </a:t>
            </a:r>
            <a:r>
              <a:rPr lang="ko-KR" altLang="en-US" dirty="0">
                <a:solidFill>
                  <a:schemeClr val="bg1"/>
                </a:solidFill>
              </a:rPr>
              <a:t>추후 </a:t>
            </a:r>
            <a:r>
              <a:rPr lang="en-US" altLang="ko-KR" dirty="0">
                <a:solidFill>
                  <a:schemeClr val="bg1"/>
                </a:solidFill>
              </a:rPr>
              <a:t>PDO</a:t>
            </a:r>
            <a:r>
              <a:rPr lang="ko-KR" altLang="en-US" dirty="0">
                <a:solidFill>
                  <a:schemeClr val="bg1"/>
                </a:solidFill>
              </a:rPr>
              <a:t>를 그룹별로 묶어서 관리 필요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    IO</a:t>
            </a:r>
            <a:r>
              <a:rPr lang="ko-KR" altLang="en-US" dirty="0">
                <a:solidFill>
                  <a:schemeClr val="bg1"/>
                </a:solidFill>
              </a:rPr>
              <a:t>의 경우 </a:t>
            </a:r>
            <a:r>
              <a:rPr lang="en-US" altLang="ko-KR" dirty="0">
                <a:solidFill>
                  <a:schemeClr val="bg1"/>
                </a:solidFill>
              </a:rPr>
              <a:t>PDO</a:t>
            </a:r>
            <a:r>
              <a:rPr lang="ko-KR" altLang="en-US" dirty="0">
                <a:solidFill>
                  <a:schemeClr val="bg1"/>
                </a:solidFill>
              </a:rPr>
              <a:t>주기 </a:t>
            </a:r>
            <a:r>
              <a:rPr lang="en-US" altLang="ko-KR" dirty="0">
                <a:solidFill>
                  <a:schemeClr val="bg1"/>
                </a:solidFill>
              </a:rPr>
              <a:t>10ms, </a:t>
            </a:r>
            <a:r>
              <a:rPr lang="ko-KR" altLang="en-US" dirty="0" err="1">
                <a:solidFill>
                  <a:schemeClr val="bg1"/>
                </a:solidFill>
              </a:rPr>
              <a:t>서보의</a:t>
            </a:r>
            <a:r>
              <a:rPr lang="ko-KR" altLang="en-US" dirty="0">
                <a:solidFill>
                  <a:schemeClr val="bg1"/>
                </a:solidFill>
              </a:rPr>
              <a:t> 경우 </a:t>
            </a:r>
            <a:r>
              <a:rPr lang="en-US" altLang="ko-KR" dirty="0">
                <a:solidFill>
                  <a:schemeClr val="bg1"/>
                </a:solidFill>
              </a:rPr>
              <a:t>1ms.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4-1. PDO</a:t>
            </a:r>
            <a:r>
              <a:rPr lang="ko-KR" altLang="en-US" dirty="0" err="1">
                <a:solidFill>
                  <a:schemeClr val="bg1"/>
                </a:solidFill>
              </a:rPr>
              <a:t>통신량</a:t>
            </a:r>
            <a:r>
              <a:rPr lang="ko-KR" altLang="en-US" dirty="0">
                <a:solidFill>
                  <a:schemeClr val="bg1"/>
                </a:solidFill>
              </a:rPr>
              <a:t> 모니터링</a:t>
            </a:r>
            <a:r>
              <a:rPr lang="en-US" altLang="ko-KR" dirty="0">
                <a:solidFill>
                  <a:schemeClr val="bg1"/>
                </a:solidFill>
              </a:rPr>
              <a:t>? </a:t>
            </a:r>
            <a:r>
              <a:rPr lang="ko-KR" altLang="en-US" dirty="0">
                <a:solidFill>
                  <a:schemeClr val="bg1"/>
                </a:solidFill>
              </a:rPr>
              <a:t>현재 몇 </a:t>
            </a:r>
            <a:r>
              <a:rPr lang="en-US" altLang="ko-KR" dirty="0">
                <a:solidFill>
                  <a:schemeClr val="bg1"/>
                </a:solidFill>
              </a:rPr>
              <a:t>byte</a:t>
            </a:r>
            <a:r>
              <a:rPr lang="ko-KR" altLang="en-US" dirty="0">
                <a:solidFill>
                  <a:schemeClr val="bg1"/>
                </a:solidFill>
              </a:rPr>
              <a:t>인지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5. SDO</a:t>
            </a:r>
            <a:r>
              <a:rPr lang="ko-KR" altLang="en-US" dirty="0">
                <a:solidFill>
                  <a:schemeClr val="bg1"/>
                </a:solidFill>
              </a:rPr>
              <a:t>를 포함한</a:t>
            </a:r>
            <a:r>
              <a:rPr lang="en-US" altLang="ko-KR" dirty="0">
                <a:solidFill>
                  <a:schemeClr val="bg1"/>
                </a:solidFill>
              </a:rPr>
              <a:t>, Mailbox loop</a:t>
            </a:r>
            <a:r>
              <a:rPr lang="ko-KR" altLang="en-US" dirty="0">
                <a:solidFill>
                  <a:schemeClr val="bg1"/>
                </a:solidFill>
              </a:rPr>
              <a:t>도 필요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  <a:r>
              <a:rPr lang="ko-KR" altLang="en-US" dirty="0">
                <a:solidFill>
                  <a:schemeClr val="bg1"/>
                </a:solidFill>
              </a:rPr>
              <a:t>큐로 동작하며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ProcessData</a:t>
            </a:r>
            <a:r>
              <a:rPr lang="en-US" altLang="ko-KR" dirty="0">
                <a:solidFill>
                  <a:schemeClr val="bg1"/>
                </a:solidFill>
              </a:rPr>
              <a:t>(PDO)</a:t>
            </a:r>
            <a:r>
              <a:rPr lang="ko-KR" altLang="en-US" dirty="0">
                <a:solidFill>
                  <a:schemeClr val="bg1"/>
                </a:solidFill>
              </a:rPr>
              <a:t>랑 겹치면 안됨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67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780608-97BC-E847-7D1B-B7D1608497C8}"/>
              </a:ext>
            </a:extLst>
          </p:cNvPr>
          <p:cNvSpPr txBox="1"/>
          <p:nvPr/>
        </p:nvSpPr>
        <p:spPr>
          <a:xfrm>
            <a:off x="556591" y="198783"/>
            <a:ext cx="7673896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>
                <a:hlinkClick r:id="rId2"/>
              </a:rPr>
              <a:t>SlaveInfo</a:t>
            </a:r>
            <a:r>
              <a:rPr lang="en-US" altLang="ko-KR" sz="1100" dirty="0">
                <a:hlinkClick r:id="rId2"/>
              </a:rPr>
              <a:t> </a:t>
            </a:r>
            <a:r>
              <a:rPr lang="ko-KR" altLang="en-US" sz="1100" dirty="0">
                <a:hlinkClick r:id="rId2"/>
              </a:rPr>
              <a:t>관련 대기</a:t>
            </a:r>
            <a:r>
              <a:rPr lang="en-US" altLang="ko-KR" sz="1100" dirty="0">
                <a:hlinkClick r:id="rId2"/>
              </a:rPr>
              <a:t>.</a:t>
            </a:r>
            <a:r>
              <a:rPr lang="ko-KR" altLang="en-US" sz="1100" dirty="0"/>
              <a:t> </a:t>
            </a:r>
          </a:p>
          <a:p>
            <a:r>
              <a:rPr lang="ko-KR" altLang="en-US" sz="1100" dirty="0" err="1"/>
              <a:t>래핑할</a:t>
            </a:r>
            <a:r>
              <a:rPr lang="ko-KR" altLang="en-US" sz="1100" dirty="0"/>
              <a:t> 코드양이 많아져서 나중으로 </a:t>
            </a:r>
            <a:r>
              <a:rPr lang="ko-KR" altLang="en-US" sz="1100" dirty="0" err="1"/>
              <a:t>돌려야됨</a:t>
            </a:r>
            <a:r>
              <a:rPr lang="en-US" altLang="ko-KR" sz="1100" dirty="0"/>
              <a:t>. PDO </a:t>
            </a:r>
            <a:r>
              <a:rPr lang="ko-KR" altLang="en-US" sz="1100" dirty="0"/>
              <a:t>이후로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이후 추가작업</a:t>
            </a:r>
            <a:r>
              <a:rPr lang="en-US" altLang="ko-KR" sz="1100" dirty="0"/>
              <a:t>.PDO</a:t>
            </a:r>
          </a:p>
          <a:p>
            <a:endParaRPr lang="en-US" altLang="ko-KR" sz="1100" dirty="0"/>
          </a:p>
          <a:p>
            <a:r>
              <a:rPr lang="ko-KR" altLang="en-US" sz="1100" dirty="0"/>
              <a:t>기본 구현 아이디어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 err="1"/>
              <a:t>PDOLoop</a:t>
            </a:r>
            <a:r>
              <a:rPr lang="ko-KR" altLang="en-US" sz="1100" dirty="0"/>
              <a:t>에서 </a:t>
            </a:r>
            <a:r>
              <a:rPr lang="en-US" altLang="ko-KR" sz="1100" dirty="0"/>
              <a:t>Slave</a:t>
            </a:r>
            <a:r>
              <a:rPr lang="ko-KR" altLang="en-US" sz="1100" dirty="0" err="1"/>
              <a:t>갯수대로</a:t>
            </a:r>
            <a:r>
              <a:rPr lang="ko-KR" altLang="en-US" sz="1100" dirty="0"/>
              <a:t> </a:t>
            </a:r>
            <a:r>
              <a:rPr lang="en-US" altLang="ko-KR" sz="1100" dirty="0" err="1"/>
              <a:t>DataMap</a:t>
            </a:r>
            <a:r>
              <a:rPr lang="ko-KR" altLang="en-US" sz="1100" dirty="0"/>
              <a:t>에서 </a:t>
            </a:r>
            <a:r>
              <a:rPr lang="en-US" altLang="ko-KR" sz="1100" dirty="0" err="1"/>
              <a:t>PDOImage</a:t>
            </a:r>
            <a:r>
              <a:rPr lang="ko-KR" altLang="en-US" sz="1100" dirty="0"/>
              <a:t>를 가져와서 반영하는 방식으로 진행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해당 </a:t>
            </a:r>
            <a:r>
              <a:rPr lang="en-US" altLang="ko-KR" sz="1100" dirty="0"/>
              <a:t>Slave</a:t>
            </a:r>
            <a:r>
              <a:rPr lang="ko-KR" altLang="en-US" sz="1100" dirty="0"/>
              <a:t>가 어떤 프로파일을 사용하는지는 유저 정의로 처리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402</a:t>
            </a:r>
            <a:r>
              <a:rPr lang="ko-KR" altLang="en-US" sz="1100" dirty="0"/>
              <a:t>인 경우</a:t>
            </a:r>
            <a:r>
              <a:rPr lang="en-US" altLang="ko-KR" sz="1100" dirty="0"/>
              <a:t>, Slave</a:t>
            </a:r>
            <a:r>
              <a:rPr lang="ko-KR" altLang="en-US" sz="1100" dirty="0"/>
              <a:t>에서 </a:t>
            </a:r>
            <a:r>
              <a:rPr lang="en-US" altLang="ko-KR" sz="1100" dirty="0" err="1"/>
              <a:t>PDOMap</a:t>
            </a:r>
            <a:r>
              <a:rPr lang="ko-KR" altLang="en-US" sz="1100" dirty="0"/>
              <a:t>를 읽어서 </a:t>
            </a:r>
            <a:r>
              <a:rPr lang="en-US" altLang="ko-KR" sz="1100" dirty="0" err="1"/>
              <a:t>mapImage</a:t>
            </a:r>
            <a:r>
              <a:rPr lang="ko-KR" altLang="en-US" sz="1100" dirty="0"/>
              <a:t>생성하는 방식으로 진행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하지만 기본값은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PDOMap</a:t>
            </a:r>
            <a:r>
              <a:rPr lang="ko-KR" altLang="en-US" sz="1100" dirty="0"/>
              <a:t>을 </a:t>
            </a:r>
            <a:r>
              <a:rPr lang="ko-KR" altLang="en-US" sz="1100" dirty="0" err="1"/>
              <a:t>읽었을때</a:t>
            </a:r>
            <a:r>
              <a:rPr lang="en-US" altLang="ko-KR" sz="1100" dirty="0"/>
              <a:t>, 0x6040, 0x6041</a:t>
            </a:r>
            <a:r>
              <a:rPr lang="ko-KR" altLang="en-US" sz="1100" dirty="0"/>
              <a:t>이 있으면 기본값 </a:t>
            </a:r>
            <a:r>
              <a:rPr lang="en-US" altLang="ko-KR" sz="1100" dirty="0"/>
              <a:t>402</a:t>
            </a:r>
            <a:r>
              <a:rPr lang="ko-KR" altLang="en-US" sz="1100" dirty="0"/>
              <a:t>로 간주가능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아니라면 </a:t>
            </a:r>
            <a:r>
              <a:rPr lang="en-US" altLang="ko-KR" sz="1100" dirty="0"/>
              <a:t>IO</a:t>
            </a:r>
            <a:r>
              <a:rPr lang="ko-KR" altLang="en-US" sz="1100" dirty="0"/>
              <a:t>계열로 처리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UI</a:t>
            </a:r>
            <a:r>
              <a:rPr lang="ko-KR" altLang="en-US" sz="1100" dirty="0"/>
              <a:t>는 </a:t>
            </a:r>
            <a:r>
              <a:rPr lang="en-US" altLang="ko-KR" sz="1100" dirty="0"/>
              <a:t>SDO</a:t>
            </a:r>
            <a:r>
              <a:rPr lang="ko-KR" altLang="en-US" sz="1100" dirty="0"/>
              <a:t>옆에 </a:t>
            </a:r>
            <a:r>
              <a:rPr lang="en-US" altLang="ko-KR" sz="1100" dirty="0"/>
              <a:t>PDO </a:t>
            </a:r>
            <a:r>
              <a:rPr lang="ko-KR" altLang="en-US" sz="1100" dirty="0"/>
              <a:t>탭 생성해서 진행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Profile</a:t>
            </a:r>
            <a:r>
              <a:rPr lang="ko-KR" altLang="en-US" sz="1100" dirty="0"/>
              <a:t>은 상위 </a:t>
            </a:r>
            <a:r>
              <a:rPr lang="en-US" altLang="ko-KR" sz="1100" dirty="0" err="1"/>
              <a:t>Combobox</a:t>
            </a:r>
            <a:r>
              <a:rPr lang="en-US" altLang="ko-KR" sz="1100" dirty="0"/>
              <a:t>, </a:t>
            </a:r>
            <a:r>
              <a:rPr lang="ko-KR" altLang="en-US" sz="1100" dirty="0"/>
              <a:t>모드는 </a:t>
            </a:r>
            <a:r>
              <a:rPr lang="en-US" altLang="ko-KR" sz="1100" dirty="0"/>
              <a:t>PP</a:t>
            </a:r>
            <a:r>
              <a:rPr lang="ko-KR" altLang="en-US" sz="1100" dirty="0"/>
              <a:t>모드</a:t>
            </a:r>
            <a:r>
              <a:rPr lang="en-US" altLang="ko-KR" sz="1100" dirty="0"/>
              <a:t>(</a:t>
            </a:r>
            <a:r>
              <a:rPr lang="ko-KR" altLang="en-US" sz="1100" dirty="0"/>
              <a:t>비활성화 </a:t>
            </a:r>
            <a:r>
              <a:rPr lang="en-US" altLang="ko-KR" sz="1100" dirty="0" err="1"/>
              <a:t>Combobox</a:t>
            </a:r>
            <a:r>
              <a:rPr lang="en-US" altLang="ko-KR" sz="1100" dirty="0"/>
              <a:t>)</a:t>
            </a:r>
            <a:r>
              <a:rPr lang="ko-KR" altLang="en-US" sz="1100" dirty="0"/>
              <a:t>처리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Servo</a:t>
            </a:r>
            <a:r>
              <a:rPr lang="ko-KR" altLang="en-US" sz="1100" dirty="0"/>
              <a:t>의 경우에 모터 기동 관련 화면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Mapping </a:t>
            </a:r>
            <a:r>
              <a:rPr lang="ko-KR" altLang="en-US" sz="1100" dirty="0"/>
              <a:t>확인하고</a:t>
            </a:r>
            <a:r>
              <a:rPr lang="en-US" altLang="ko-KR" sz="1100" dirty="0"/>
              <a:t>, PP</a:t>
            </a:r>
            <a:r>
              <a:rPr lang="ko-KR" altLang="en-US" sz="1100" dirty="0"/>
              <a:t>를 위한 속도 모드가 있으면 해당 항목 </a:t>
            </a:r>
            <a:r>
              <a:rPr lang="en-US" altLang="ko-KR" sz="1100" dirty="0"/>
              <a:t>PDO</a:t>
            </a:r>
            <a:r>
              <a:rPr lang="ko-KR" altLang="en-US" sz="1100" dirty="0"/>
              <a:t>에 노출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아니면 </a:t>
            </a:r>
            <a:r>
              <a:rPr lang="en-US" altLang="ko-KR" sz="1100" dirty="0"/>
              <a:t>SDO</a:t>
            </a:r>
            <a:r>
              <a:rPr lang="ko-KR" altLang="en-US" sz="1100" dirty="0"/>
              <a:t>형식으로 인지할 수 있게 해서 노출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기타 항목은 </a:t>
            </a:r>
            <a:r>
              <a:rPr lang="en-US" altLang="ko-KR" sz="1100" dirty="0"/>
              <a:t>Bitmap</a:t>
            </a:r>
            <a:r>
              <a:rPr lang="ko-KR" altLang="en-US" sz="1100" dirty="0"/>
              <a:t>노출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추가로 지원모드</a:t>
            </a:r>
            <a:r>
              <a:rPr lang="en-US" altLang="ko-KR" sz="1100" dirty="0"/>
              <a:t>, </a:t>
            </a:r>
            <a:r>
              <a:rPr lang="ko-KR" altLang="en-US" sz="1100" dirty="0"/>
              <a:t>현재 모드</a:t>
            </a:r>
            <a:r>
              <a:rPr lang="en-US" altLang="ko-KR" sz="1100" dirty="0"/>
              <a:t>, </a:t>
            </a:r>
            <a:r>
              <a:rPr lang="ko-KR" altLang="en-US" sz="1100" dirty="0"/>
              <a:t>지원 </a:t>
            </a:r>
            <a:r>
              <a:rPr lang="en-US" altLang="ko-KR" sz="1100" dirty="0"/>
              <a:t>Homing mode, </a:t>
            </a:r>
            <a:r>
              <a:rPr lang="ko-KR" altLang="en-US" sz="1100" dirty="0"/>
              <a:t>현재 </a:t>
            </a:r>
            <a:r>
              <a:rPr lang="en-US" altLang="ko-KR" sz="1100" dirty="0"/>
              <a:t>Homing Mode</a:t>
            </a:r>
            <a:r>
              <a:rPr lang="ko-KR" altLang="en-US" sz="1100" dirty="0"/>
              <a:t>도 </a:t>
            </a:r>
            <a:r>
              <a:rPr lang="en-US" altLang="ko-KR" sz="1100" dirty="0"/>
              <a:t>PDO</a:t>
            </a:r>
            <a:r>
              <a:rPr lang="ko-KR" altLang="en-US" sz="1100" dirty="0"/>
              <a:t>에 노출할 수 있도록 하면 좀 </a:t>
            </a:r>
            <a:r>
              <a:rPr lang="ko-KR" altLang="en-US" sz="1100" dirty="0" err="1"/>
              <a:t>그런가</a:t>
            </a:r>
            <a:r>
              <a:rPr lang="en-US" altLang="ko-KR" sz="1100" dirty="0"/>
              <a:t>….--;;</a:t>
            </a:r>
          </a:p>
          <a:p>
            <a:endParaRPr lang="en-US" altLang="ko-KR" sz="1100" dirty="0"/>
          </a:p>
          <a:p>
            <a:r>
              <a:rPr lang="en-US" altLang="ko-KR" sz="1100" dirty="0"/>
              <a:t>PDO</a:t>
            </a:r>
            <a:r>
              <a:rPr lang="ko-KR" altLang="en-US" sz="1100" dirty="0"/>
              <a:t>에는 </a:t>
            </a:r>
            <a:r>
              <a:rPr lang="en-US" altLang="ko-KR" sz="1100" dirty="0"/>
              <a:t>PDO</a:t>
            </a:r>
            <a:r>
              <a:rPr lang="ko-KR" altLang="en-US" sz="1100" dirty="0"/>
              <a:t>관련만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동작은 새 탭으로 진행할거</a:t>
            </a:r>
            <a:r>
              <a:rPr lang="en-US" altLang="ko-KR" sz="1100" dirty="0"/>
              <a:t>.(Control </a:t>
            </a:r>
            <a:r>
              <a:rPr lang="ko-KR" altLang="en-US" sz="1100" dirty="0"/>
              <a:t>탭</a:t>
            </a:r>
            <a:r>
              <a:rPr lang="en-US" altLang="ko-KR" sz="1100"/>
              <a:t>)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IO</a:t>
            </a:r>
            <a:r>
              <a:rPr lang="ko-KR" altLang="en-US" sz="1100" dirty="0"/>
              <a:t>의 경우 </a:t>
            </a:r>
            <a:r>
              <a:rPr lang="en-US" altLang="ko-KR" sz="1100" dirty="0" err="1"/>
              <a:t>BitMap</a:t>
            </a:r>
            <a:r>
              <a:rPr lang="en-US" altLang="ko-KR" sz="1100" dirty="0"/>
              <a:t> </a:t>
            </a:r>
            <a:r>
              <a:rPr lang="ko-KR" altLang="en-US" sz="1100" dirty="0"/>
              <a:t>노출</a:t>
            </a:r>
            <a:r>
              <a:rPr lang="en-US" altLang="ko-KR" sz="1100" dirty="0"/>
              <a:t>.(In/Out)</a:t>
            </a:r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기타</a:t>
            </a:r>
            <a:r>
              <a:rPr lang="en-US" altLang="ko-KR" sz="1100" dirty="0"/>
              <a:t> - </a:t>
            </a:r>
            <a:r>
              <a:rPr lang="ko-KR" altLang="en-US" sz="1100" dirty="0"/>
              <a:t>로그 처리</a:t>
            </a:r>
            <a:r>
              <a:rPr lang="en-US" altLang="ko-KR" sz="1100" dirty="0"/>
              <a:t>.(</a:t>
            </a:r>
            <a:r>
              <a:rPr lang="en-US" altLang="ko-KR" sz="1100" dirty="0" err="1"/>
              <a:t>Serilog</a:t>
            </a:r>
            <a:r>
              <a:rPr lang="en-US" altLang="ko-KR" sz="1100" dirty="0"/>
              <a:t>) – Log</a:t>
            </a:r>
            <a:r>
              <a:rPr lang="ko-KR" altLang="en-US" sz="1100" dirty="0"/>
              <a:t>처리에서 </a:t>
            </a:r>
            <a:r>
              <a:rPr lang="en-US" altLang="ko-KR" sz="1100" dirty="0"/>
              <a:t>UI</a:t>
            </a:r>
            <a:r>
              <a:rPr lang="ko-KR" altLang="en-US" sz="1100" dirty="0"/>
              <a:t>표기까지 같이 </a:t>
            </a:r>
            <a:r>
              <a:rPr lang="ko-KR" altLang="en-US" sz="1100" dirty="0" err="1"/>
              <a:t>넘어가야됨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953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47CF29-A337-B139-BE5D-50650A79DB4A}"/>
              </a:ext>
            </a:extLst>
          </p:cNvPr>
          <p:cNvSpPr txBox="1"/>
          <p:nvPr/>
        </p:nvSpPr>
        <p:spPr>
          <a:xfrm>
            <a:off x="92364" y="102064"/>
            <a:ext cx="1153621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PDO </a:t>
            </a:r>
            <a:r>
              <a:rPr lang="ko-KR" altLang="en-US" dirty="0"/>
              <a:t>작업</a:t>
            </a:r>
            <a:r>
              <a:rPr lang="en-US" altLang="ko-KR" dirty="0"/>
              <a:t>./ ENI</a:t>
            </a:r>
            <a:r>
              <a:rPr lang="ko-KR" altLang="en-US" dirty="0"/>
              <a:t>작업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ENI</a:t>
            </a:r>
            <a:r>
              <a:rPr lang="ko-KR" altLang="en-US" dirty="0"/>
              <a:t>는 </a:t>
            </a:r>
            <a:r>
              <a:rPr lang="en-US" altLang="ko-KR" dirty="0" err="1"/>
              <a:t>Twincat</a:t>
            </a:r>
            <a:r>
              <a:rPr lang="ko-KR" altLang="en-US" dirty="0" err="1"/>
              <a:t>쓰지말고</a:t>
            </a:r>
            <a:r>
              <a:rPr lang="en-US" altLang="ko-KR" dirty="0"/>
              <a:t>, </a:t>
            </a:r>
            <a:r>
              <a:rPr lang="ko-KR" altLang="en-US" dirty="0"/>
              <a:t>자체 </a:t>
            </a:r>
            <a:r>
              <a:rPr lang="en-US" altLang="ko-KR" dirty="0"/>
              <a:t>ENI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Json </a:t>
            </a:r>
            <a:r>
              <a:rPr lang="ko-KR" altLang="en-US" dirty="0"/>
              <a:t>타입</a:t>
            </a:r>
            <a:r>
              <a:rPr lang="en-US" altLang="ko-KR" dirty="0"/>
              <a:t>, </a:t>
            </a:r>
            <a:r>
              <a:rPr lang="ko-KR" altLang="en-US" dirty="0" err="1"/>
              <a:t>상태머신에서</a:t>
            </a:r>
            <a:r>
              <a:rPr lang="ko-KR" altLang="en-US" dirty="0"/>
              <a:t> 가져다 사용할거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상태머신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Init -&gt; </a:t>
            </a:r>
            <a:r>
              <a:rPr lang="en-US" altLang="ko-KR" dirty="0" err="1"/>
              <a:t>PreOP</a:t>
            </a:r>
            <a:r>
              <a:rPr lang="en-US" altLang="ko-KR" dirty="0"/>
              <a:t> -&gt; </a:t>
            </a:r>
            <a:r>
              <a:rPr lang="en-US" altLang="ko-KR" dirty="0" err="1"/>
              <a:t>SafeOP</a:t>
            </a:r>
            <a:r>
              <a:rPr lang="en-US" altLang="ko-KR" dirty="0"/>
              <a:t> -&gt; OP </a:t>
            </a:r>
            <a:r>
              <a:rPr lang="ko-KR" altLang="en-US" dirty="0"/>
              <a:t>상태 천이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ko-KR" altLang="en-US" dirty="0" err="1"/>
              <a:t>상태머신도</a:t>
            </a:r>
            <a:r>
              <a:rPr lang="ko-KR" altLang="en-US" dirty="0"/>
              <a:t> </a:t>
            </a:r>
            <a:r>
              <a:rPr lang="en-US" altLang="ko-KR" dirty="0"/>
              <a:t>Init, </a:t>
            </a:r>
            <a:r>
              <a:rPr lang="en-US" altLang="ko-KR" dirty="0" err="1"/>
              <a:t>PreOP</a:t>
            </a:r>
            <a:r>
              <a:rPr lang="en-US" altLang="ko-KR" dirty="0"/>
              <a:t>, </a:t>
            </a:r>
            <a:r>
              <a:rPr lang="en-US" altLang="ko-KR" dirty="0" err="1"/>
              <a:t>SafeOP</a:t>
            </a:r>
            <a:r>
              <a:rPr lang="en-US" altLang="ko-KR" dirty="0"/>
              <a:t> -&gt; OP </a:t>
            </a:r>
            <a:r>
              <a:rPr lang="ko-KR" altLang="en-US" dirty="0"/>
              <a:t>상태천이 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PreOP</a:t>
            </a:r>
            <a:r>
              <a:rPr lang="ko-KR" altLang="en-US" dirty="0"/>
              <a:t>에서 </a:t>
            </a:r>
            <a:r>
              <a:rPr lang="en-US" altLang="ko-KR" dirty="0"/>
              <a:t>Mapping, </a:t>
            </a:r>
          </a:p>
          <a:p>
            <a:endParaRPr lang="en-US" altLang="ko-KR" dirty="0"/>
          </a:p>
          <a:p>
            <a:r>
              <a:rPr lang="en-US" altLang="ko-KR" dirty="0" err="1"/>
              <a:t>SafeOP</a:t>
            </a:r>
            <a:r>
              <a:rPr lang="ko-KR" altLang="en-US" dirty="0"/>
              <a:t>에서 </a:t>
            </a:r>
            <a:r>
              <a:rPr lang="en-US" altLang="ko-KR" dirty="0"/>
              <a:t>402</a:t>
            </a:r>
            <a:r>
              <a:rPr lang="ko-KR" altLang="en-US" dirty="0"/>
              <a:t>판별 및 </a:t>
            </a:r>
            <a:r>
              <a:rPr lang="en-US" altLang="ko-KR" dirty="0"/>
              <a:t>PDO </a:t>
            </a:r>
            <a:r>
              <a:rPr lang="ko-KR" altLang="en-US" dirty="0"/>
              <a:t>접근용 </a:t>
            </a:r>
            <a:r>
              <a:rPr lang="ko-KR" altLang="en-US" dirty="0" err="1"/>
              <a:t>매핑주소테이블</a:t>
            </a:r>
            <a:r>
              <a:rPr lang="ko-KR" altLang="en-US" dirty="0"/>
              <a:t> 작성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개별 드라이브별로 </a:t>
            </a:r>
            <a:r>
              <a:rPr lang="ko-KR" altLang="en-US" dirty="0" err="1"/>
              <a:t>작성되야함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PDO</a:t>
            </a:r>
            <a:r>
              <a:rPr lang="ko-KR" altLang="en-US" dirty="0"/>
              <a:t>루프는 별개</a:t>
            </a:r>
            <a:r>
              <a:rPr lang="en-US" altLang="ko-KR" dirty="0"/>
              <a:t>, </a:t>
            </a:r>
            <a:r>
              <a:rPr lang="ko-KR" altLang="en-US" dirty="0"/>
              <a:t>실행은 </a:t>
            </a:r>
            <a:r>
              <a:rPr lang="en-US" altLang="ko-KR" dirty="0"/>
              <a:t>Master</a:t>
            </a:r>
            <a:r>
              <a:rPr lang="ko-KR" altLang="en-US" dirty="0"/>
              <a:t>클래스 부에서 실행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402 Drive </a:t>
            </a:r>
            <a:r>
              <a:rPr lang="ko-KR" altLang="en-US" dirty="0" err="1"/>
              <a:t>상태머신은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일단 보류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5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4FC8B-51CA-3099-FDB2-D3D24AB9D069}"/>
              </a:ext>
            </a:extLst>
          </p:cNvPr>
          <p:cNvSpPr txBox="1"/>
          <p:nvPr/>
        </p:nvSpPr>
        <p:spPr>
          <a:xfrm>
            <a:off x="517236" y="147782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이지서보에서</a:t>
            </a:r>
            <a:r>
              <a:rPr lang="ko-KR" altLang="en-US" dirty="0"/>
              <a:t> </a:t>
            </a:r>
            <a:r>
              <a:rPr lang="en-US" altLang="ko-KR" dirty="0"/>
              <a:t>DT1010 </a:t>
            </a:r>
            <a:r>
              <a:rPr lang="ko-KR" altLang="en-US" dirty="0"/>
              <a:t>관련 </a:t>
            </a:r>
            <a:r>
              <a:rPr lang="ko-KR" altLang="en-US" dirty="0" err="1"/>
              <a:t>서브인덱스를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으로 판단하는 문제 있음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198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384</Words>
  <Application>Microsoft Office PowerPoint</Application>
  <PresentationFormat>와이드스크린</PresentationFormat>
  <Paragraphs>72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⁬ ursamizar</dc:creator>
  <cp:lastModifiedBy>영환 고</cp:lastModifiedBy>
  <cp:revision>8</cp:revision>
  <dcterms:created xsi:type="dcterms:W3CDTF">2025-12-14T12:12:39Z</dcterms:created>
  <dcterms:modified xsi:type="dcterms:W3CDTF">2026-02-13T08:08:23Z</dcterms:modified>
</cp:coreProperties>
</file>